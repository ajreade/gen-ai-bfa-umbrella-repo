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21383625" cy="302752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A55DA"/>
    <a:srgbClr val="572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0FEA91-47D6-BD5B-F9F7-127D42C75791}" v="2273" dt="2026-02-23T17:25:34.7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25" d="100"/>
          <a:sy n="25" d="100"/>
        </p:scale>
        <p:origin x="2170" y="-12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3772" y="4954765"/>
            <a:ext cx="18176081" cy="10540259"/>
          </a:xfrm>
        </p:spPr>
        <p:txBody>
          <a:bodyPr anchor="b"/>
          <a:lstStyle>
            <a:lvl1pPr algn="ctr">
              <a:defRPr sz="14031"/>
            </a:lvl1pPr>
          </a:lstStyle>
          <a:p>
            <a:r>
              <a:rPr lang="en-GB"/>
              <a:t>Click to edit Master title style</a:t>
            </a:r>
            <a:endParaRPr lang="en-US" dirty="0"/>
          </a:p>
        </p:txBody>
      </p:sp>
      <p:sp>
        <p:nvSpPr>
          <p:cNvPr id="3" name="Subtitle 2"/>
          <p:cNvSpPr>
            <a:spLocks noGrp="1"/>
          </p:cNvSpPr>
          <p:nvPr>
            <p:ph type="subTitle" idx="1"/>
          </p:nvPr>
        </p:nvSpPr>
        <p:spPr>
          <a:xfrm>
            <a:off x="2672953" y="15901497"/>
            <a:ext cx="16037719" cy="7309499"/>
          </a:xfrm>
        </p:spPr>
        <p:txBody>
          <a:bodyPr/>
          <a:lstStyle>
            <a:lvl1pPr marL="0" indent="0" algn="ctr">
              <a:buNone/>
              <a:defRPr sz="5612"/>
            </a:lvl1pPr>
            <a:lvl2pPr marL="1069162" indent="0" algn="ctr">
              <a:buNone/>
              <a:defRPr sz="4677"/>
            </a:lvl2pPr>
            <a:lvl3pPr marL="2138324" indent="0" algn="ctr">
              <a:buNone/>
              <a:defRPr sz="4209"/>
            </a:lvl3pPr>
            <a:lvl4pPr marL="3207487" indent="0" algn="ctr">
              <a:buNone/>
              <a:defRPr sz="3742"/>
            </a:lvl4pPr>
            <a:lvl5pPr marL="4276649" indent="0" algn="ctr">
              <a:buNone/>
              <a:defRPr sz="3742"/>
            </a:lvl5pPr>
            <a:lvl6pPr marL="5345811" indent="0" algn="ctr">
              <a:buNone/>
              <a:defRPr sz="3742"/>
            </a:lvl6pPr>
            <a:lvl7pPr marL="6414973" indent="0" algn="ctr">
              <a:buNone/>
              <a:defRPr sz="3742"/>
            </a:lvl7pPr>
            <a:lvl8pPr marL="7484135" indent="0" algn="ctr">
              <a:buNone/>
              <a:defRPr sz="3742"/>
            </a:lvl8pPr>
            <a:lvl9pPr marL="8553298" indent="0" algn="ctr">
              <a:buNone/>
              <a:defRPr sz="3742"/>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60BC2A36-4833-4F94-98C9-9A04AFB66017}" type="datetimeFigureOut">
              <a:rPr lang="en-GB" smtClean="0"/>
              <a:t>23/02/2026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A832573-B97D-47F7-A573-C59CD87E21C9}" type="slidenum">
              <a:rPr lang="en-GB" smtClean="0"/>
              <a:t>‹#›</a:t>
            </a:fld>
            <a:endParaRPr lang="en-GB"/>
          </a:p>
        </p:txBody>
      </p:sp>
    </p:spTree>
    <p:extLst>
      <p:ext uri="{BB962C8B-B14F-4D97-AF65-F5344CB8AC3E}">
        <p14:creationId xmlns:p14="http://schemas.microsoft.com/office/powerpoint/2010/main" val="29866849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0BC2A36-4833-4F94-98C9-9A04AFB66017}" type="datetimeFigureOut">
              <a:rPr lang="en-GB" smtClean="0"/>
              <a:t>23/02/2026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A832573-B97D-47F7-A573-C59CD87E21C9}" type="slidenum">
              <a:rPr lang="en-GB" smtClean="0"/>
              <a:t>‹#›</a:t>
            </a:fld>
            <a:endParaRPr lang="en-GB"/>
          </a:p>
        </p:txBody>
      </p:sp>
    </p:spTree>
    <p:extLst>
      <p:ext uri="{BB962C8B-B14F-4D97-AF65-F5344CB8AC3E}">
        <p14:creationId xmlns:p14="http://schemas.microsoft.com/office/powerpoint/2010/main" val="20034603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8988" y="7547788"/>
            <a:ext cx="18443377" cy="12593645"/>
          </a:xfrm>
        </p:spPr>
        <p:txBody>
          <a:bodyPr anchor="b"/>
          <a:lstStyle>
            <a:lvl1pPr>
              <a:defRPr sz="14031"/>
            </a:lvl1pPr>
          </a:lstStyle>
          <a:p>
            <a:r>
              <a:rPr lang="en-GB"/>
              <a:t>Click to edit Master title style</a:t>
            </a:r>
            <a:endParaRPr lang="en-US" dirty="0"/>
          </a:p>
        </p:txBody>
      </p:sp>
      <p:sp>
        <p:nvSpPr>
          <p:cNvPr id="3" name="Text Placeholder 2"/>
          <p:cNvSpPr>
            <a:spLocks noGrp="1"/>
          </p:cNvSpPr>
          <p:nvPr>
            <p:ph type="body" idx="1"/>
          </p:nvPr>
        </p:nvSpPr>
        <p:spPr>
          <a:xfrm>
            <a:off x="1458988" y="20260574"/>
            <a:ext cx="18443377" cy="6622701"/>
          </a:xfrm>
        </p:spPr>
        <p:txBody>
          <a:bodyPr/>
          <a:lstStyle>
            <a:lvl1pPr marL="0" indent="0">
              <a:buNone/>
              <a:defRPr sz="5612">
                <a:solidFill>
                  <a:schemeClr val="tx1">
                    <a:tint val="82000"/>
                  </a:schemeClr>
                </a:solidFill>
              </a:defRPr>
            </a:lvl1pPr>
            <a:lvl2pPr marL="1069162" indent="0">
              <a:buNone/>
              <a:defRPr sz="4677">
                <a:solidFill>
                  <a:schemeClr val="tx1">
                    <a:tint val="82000"/>
                  </a:schemeClr>
                </a:solidFill>
              </a:defRPr>
            </a:lvl2pPr>
            <a:lvl3pPr marL="2138324" indent="0">
              <a:buNone/>
              <a:defRPr sz="4209">
                <a:solidFill>
                  <a:schemeClr val="tx1">
                    <a:tint val="82000"/>
                  </a:schemeClr>
                </a:solidFill>
              </a:defRPr>
            </a:lvl3pPr>
            <a:lvl4pPr marL="3207487" indent="0">
              <a:buNone/>
              <a:defRPr sz="3742">
                <a:solidFill>
                  <a:schemeClr val="tx1">
                    <a:tint val="82000"/>
                  </a:schemeClr>
                </a:solidFill>
              </a:defRPr>
            </a:lvl4pPr>
            <a:lvl5pPr marL="4276649" indent="0">
              <a:buNone/>
              <a:defRPr sz="3742">
                <a:solidFill>
                  <a:schemeClr val="tx1">
                    <a:tint val="82000"/>
                  </a:schemeClr>
                </a:solidFill>
              </a:defRPr>
            </a:lvl5pPr>
            <a:lvl6pPr marL="5345811" indent="0">
              <a:buNone/>
              <a:defRPr sz="3742">
                <a:solidFill>
                  <a:schemeClr val="tx1">
                    <a:tint val="82000"/>
                  </a:schemeClr>
                </a:solidFill>
              </a:defRPr>
            </a:lvl6pPr>
            <a:lvl7pPr marL="6414973" indent="0">
              <a:buNone/>
              <a:defRPr sz="3742">
                <a:solidFill>
                  <a:schemeClr val="tx1">
                    <a:tint val="82000"/>
                  </a:schemeClr>
                </a:solidFill>
              </a:defRPr>
            </a:lvl7pPr>
            <a:lvl8pPr marL="7484135" indent="0">
              <a:buNone/>
              <a:defRPr sz="3742">
                <a:solidFill>
                  <a:schemeClr val="tx1">
                    <a:tint val="82000"/>
                  </a:schemeClr>
                </a:solidFill>
              </a:defRPr>
            </a:lvl8pPr>
            <a:lvl9pPr marL="8553298" indent="0">
              <a:buNone/>
              <a:defRPr sz="3742">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0BC2A36-4833-4F94-98C9-9A04AFB66017}" type="datetimeFigureOut">
              <a:rPr lang="en-GB" smtClean="0"/>
              <a:t>23/02/2026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A832573-B97D-47F7-A573-C59CD87E21C9}" type="slidenum">
              <a:rPr lang="en-GB" smtClean="0"/>
              <a:t>‹#›</a:t>
            </a:fld>
            <a:endParaRPr lang="en-GB"/>
          </a:p>
        </p:txBody>
      </p:sp>
    </p:spTree>
    <p:extLst>
      <p:ext uri="{BB962C8B-B14F-4D97-AF65-F5344CB8AC3E}">
        <p14:creationId xmlns:p14="http://schemas.microsoft.com/office/powerpoint/2010/main" val="42123603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470124" y="8059374"/>
            <a:ext cx="9088041" cy="1920934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10825460" y="8059374"/>
            <a:ext cx="9088041" cy="1920934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60BC2A36-4833-4F94-98C9-9A04AFB66017}" type="datetimeFigureOut">
              <a:rPr lang="en-GB" smtClean="0"/>
              <a:t>23/02/2026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A832573-B97D-47F7-A573-C59CD87E21C9}" type="slidenum">
              <a:rPr lang="en-GB" smtClean="0"/>
              <a:t>‹#›</a:t>
            </a:fld>
            <a:endParaRPr lang="en-GB"/>
          </a:p>
        </p:txBody>
      </p:sp>
    </p:spTree>
    <p:extLst>
      <p:ext uri="{BB962C8B-B14F-4D97-AF65-F5344CB8AC3E}">
        <p14:creationId xmlns:p14="http://schemas.microsoft.com/office/powerpoint/2010/main" val="1744676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72909" y="1611882"/>
            <a:ext cx="18443377" cy="5851808"/>
          </a:xfrm>
        </p:spPr>
        <p:txBody>
          <a:bodyPr/>
          <a:lstStyle/>
          <a:p>
            <a:r>
              <a:rPr lang="en-GB"/>
              <a:t>Click to edit Master title style</a:t>
            </a:r>
            <a:endParaRPr lang="en-US" dirty="0"/>
          </a:p>
        </p:txBody>
      </p:sp>
      <p:sp>
        <p:nvSpPr>
          <p:cNvPr id="3" name="Text Placeholder 2"/>
          <p:cNvSpPr>
            <a:spLocks noGrp="1"/>
          </p:cNvSpPr>
          <p:nvPr>
            <p:ph type="body" idx="1"/>
          </p:nvPr>
        </p:nvSpPr>
        <p:spPr>
          <a:xfrm>
            <a:off x="1472912" y="7421634"/>
            <a:ext cx="9046274" cy="3637228"/>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en-GB"/>
              <a:t>Click to edit Master text styles</a:t>
            </a:r>
          </a:p>
        </p:txBody>
      </p:sp>
      <p:sp>
        <p:nvSpPr>
          <p:cNvPr id="4" name="Content Placeholder 3"/>
          <p:cNvSpPr>
            <a:spLocks noGrp="1"/>
          </p:cNvSpPr>
          <p:nvPr>
            <p:ph sz="half" idx="2"/>
          </p:nvPr>
        </p:nvSpPr>
        <p:spPr>
          <a:xfrm>
            <a:off x="1472912" y="11058863"/>
            <a:ext cx="9046274" cy="1626592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10825461" y="7421634"/>
            <a:ext cx="9090826" cy="3637228"/>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en-GB"/>
              <a:t>Click to edit Master text styles</a:t>
            </a:r>
          </a:p>
        </p:txBody>
      </p:sp>
      <p:sp>
        <p:nvSpPr>
          <p:cNvPr id="6" name="Content Placeholder 5"/>
          <p:cNvSpPr>
            <a:spLocks noGrp="1"/>
          </p:cNvSpPr>
          <p:nvPr>
            <p:ph sz="quarter" idx="4"/>
          </p:nvPr>
        </p:nvSpPr>
        <p:spPr>
          <a:xfrm>
            <a:off x="10825461" y="11058863"/>
            <a:ext cx="9090826" cy="1626592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60BC2A36-4833-4F94-98C9-9A04AFB66017}" type="datetimeFigureOut">
              <a:rPr lang="en-GB" smtClean="0"/>
              <a:t>23/02/2026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0A832573-B97D-47F7-A573-C59CD87E21C9}" type="slidenum">
              <a:rPr lang="en-GB" smtClean="0"/>
              <a:t>‹#›</a:t>
            </a:fld>
            <a:endParaRPr lang="en-GB"/>
          </a:p>
        </p:txBody>
      </p:sp>
    </p:spTree>
    <p:extLst>
      <p:ext uri="{BB962C8B-B14F-4D97-AF65-F5344CB8AC3E}">
        <p14:creationId xmlns:p14="http://schemas.microsoft.com/office/powerpoint/2010/main" val="25997126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60BC2A36-4833-4F94-98C9-9A04AFB66017}" type="datetimeFigureOut">
              <a:rPr lang="en-GB" smtClean="0"/>
              <a:t>23/02/2026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A832573-B97D-47F7-A573-C59CD87E21C9}" type="slidenum">
              <a:rPr lang="en-GB" smtClean="0"/>
              <a:t>‹#›</a:t>
            </a:fld>
            <a:endParaRPr lang="en-GB"/>
          </a:p>
        </p:txBody>
      </p:sp>
    </p:spTree>
    <p:extLst>
      <p:ext uri="{BB962C8B-B14F-4D97-AF65-F5344CB8AC3E}">
        <p14:creationId xmlns:p14="http://schemas.microsoft.com/office/powerpoint/2010/main" val="19799968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BC2A36-4833-4F94-98C9-9A04AFB66017}" type="datetimeFigureOut">
              <a:rPr lang="en-GB" smtClean="0"/>
              <a:t>23/02/2026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0A832573-B97D-47F7-A573-C59CD87E21C9}" type="slidenum">
              <a:rPr lang="en-GB" smtClean="0"/>
              <a:t>‹#›</a:t>
            </a:fld>
            <a:endParaRPr lang="en-GB"/>
          </a:p>
        </p:txBody>
      </p:sp>
    </p:spTree>
    <p:extLst>
      <p:ext uri="{BB962C8B-B14F-4D97-AF65-F5344CB8AC3E}">
        <p14:creationId xmlns:p14="http://schemas.microsoft.com/office/powerpoint/2010/main" val="2184463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09" y="2018348"/>
            <a:ext cx="6896776" cy="7064216"/>
          </a:xfrm>
        </p:spPr>
        <p:txBody>
          <a:bodyPr anchor="b"/>
          <a:lstStyle>
            <a:lvl1pPr>
              <a:defRPr sz="7483"/>
            </a:lvl1pPr>
          </a:lstStyle>
          <a:p>
            <a:r>
              <a:rPr lang="en-GB"/>
              <a:t>Click to edit Master title style</a:t>
            </a:r>
            <a:endParaRPr lang="en-US" dirty="0"/>
          </a:p>
        </p:txBody>
      </p:sp>
      <p:sp>
        <p:nvSpPr>
          <p:cNvPr id="3" name="Content Placeholder 2"/>
          <p:cNvSpPr>
            <a:spLocks noGrp="1"/>
          </p:cNvSpPr>
          <p:nvPr>
            <p:ph idx="1"/>
          </p:nvPr>
        </p:nvSpPr>
        <p:spPr>
          <a:xfrm>
            <a:off x="9090826" y="4359077"/>
            <a:ext cx="10825460" cy="21515024"/>
          </a:xfrm>
        </p:spPr>
        <p:txBody>
          <a:bodyPr/>
          <a:lstStyle>
            <a:lvl1pPr>
              <a:defRPr sz="7483"/>
            </a:lvl1pPr>
            <a:lvl2pPr>
              <a:defRPr sz="6548"/>
            </a:lvl2pPr>
            <a:lvl3pPr>
              <a:defRPr sz="5612"/>
            </a:lvl3pPr>
            <a:lvl4pPr>
              <a:defRPr sz="4677"/>
            </a:lvl4pPr>
            <a:lvl5pPr>
              <a:defRPr sz="4677"/>
            </a:lvl5pPr>
            <a:lvl6pPr>
              <a:defRPr sz="4677"/>
            </a:lvl6pPr>
            <a:lvl7pPr>
              <a:defRPr sz="4677"/>
            </a:lvl7pPr>
            <a:lvl8pPr>
              <a:defRPr sz="4677"/>
            </a:lvl8pPr>
            <a:lvl9pPr>
              <a:defRPr sz="4677"/>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472909" y="9082564"/>
            <a:ext cx="6896776" cy="16826573"/>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en-GB"/>
              <a:t>Click to edit Master text styles</a:t>
            </a:r>
          </a:p>
        </p:txBody>
      </p:sp>
      <p:sp>
        <p:nvSpPr>
          <p:cNvPr id="5" name="Date Placeholder 4"/>
          <p:cNvSpPr>
            <a:spLocks noGrp="1"/>
          </p:cNvSpPr>
          <p:nvPr>
            <p:ph type="dt" sz="half" idx="10"/>
          </p:nvPr>
        </p:nvSpPr>
        <p:spPr/>
        <p:txBody>
          <a:bodyPr/>
          <a:lstStyle/>
          <a:p>
            <a:fld id="{60BC2A36-4833-4F94-98C9-9A04AFB66017}" type="datetimeFigureOut">
              <a:rPr lang="en-GB" smtClean="0"/>
              <a:t>23/02/2026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A832573-B97D-47F7-A573-C59CD87E21C9}" type="slidenum">
              <a:rPr lang="en-GB" smtClean="0"/>
              <a:t>‹#›</a:t>
            </a:fld>
            <a:endParaRPr lang="en-GB"/>
          </a:p>
        </p:txBody>
      </p:sp>
    </p:spTree>
    <p:extLst>
      <p:ext uri="{BB962C8B-B14F-4D97-AF65-F5344CB8AC3E}">
        <p14:creationId xmlns:p14="http://schemas.microsoft.com/office/powerpoint/2010/main" val="31351862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09" y="2018348"/>
            <a:ext cx="6896776" cy="7064216"/>
          </a:xfrm>
        </p:spPr>
        <p:txBody>
          <a:bodyPr anchor="b"/>
          <a:lstStyle>
            <a:lvl1pPr>
              <a:defRPr sz="7483"/>
            </a:lvl1pPr>
          </a:lstStyle>
          <a:p>
            <a:r>
              <a:rPr lang="en-GB"/>
              <a:t>Click to edit Master title style</a:t>
            </a:r>
            <a:endParaRPr lang="en-US" dirty="0"/>
          </a:p>
        </p:txBody>
      </p:sp>
      <p:sp>
        <p:nvSpPr>
          <p:cNvPr id="3" name="Picture Placeholder 2"/>
          <p:cNvSpPr>
            <a:spLocks noGrp="1" noChangeAspect="1"/>
          </p:cNvSpPr>
          <p:nvPr>
            <p:ph type="pic" idx="1"/>
          </p:nvPr>
        </p:nvSpPr>
        <p:spPr>
          <a:xfrm>
            <a:off x="9090826" y="4359077"/>
            <a:ext cx="10825460" cy="21515024"/>
          </a:xfrm>
        </p:spPr>
        <p:txBody>
          <a:bodyPr anchor="t"/>
          <a:lstStyle>
            <a:lvl1pPr marL="0" indent="0">
              <a:buNone/>
              <a:defRPr sz="7483"/>
            </a:lvl1pPr>
            <a:lvl2pPr marL="1069162" indent="0">
              <a:buNone/>
              <a:defRPr sz="6548"/>
            </a:lvl2pPr>
            <a:lvl3pPr marL="2138324" indent="0">
              <a:buNone/>
              <a:defRPr sz="5612"/>
            </a:lvl3pPr>
            <a:lvl4pPr marL="3207487" indent="0">
              <a:buNone/>
              <a:defRPr sz="4677"/>
            </a:lvl4pPr>
            <a:lvl5pPr marL="4276649" indent="0">
              <a:buNone/>
              <a:defRPr sz="4677"/>
            </a:lvl5pPr>
            <a:lvl6pPr marL="5345811" indent="0">
              <a:buNone/>
              <a:defRPr sz="4677"/>
            </a:lvl6pPr>
            <a:lvl7pPr marL="6414973" indent="0">
              <a:buNone/>
              <a:defRPr sz="4677"/>
            </a:lvl7pPr>
            <a:lvl8pPr marL="7484135" indent="0">
              <a:buNone/>
              <a:defRPr sz="4677"/>
            </a:lvl8pPr>
            <a:lvl9pPr marL="8553298" indent="0">
              <a:buNone/>
              <a:defRPr sz="4677"/>
            </a:lvl9pPr>
          </a:lstStyle>
          <a:p>
            <a:r>
              <a:rPr lang="en-GB"/>
              <a:t>Click icon to add picture</a:t>
            </a:r>
            <a:endParaRPr lang="en-US" dirty="0"/>
          </a:p>
        </p:txBody>
      </p:sp>
      <p:sp>
        <p:nvSpPr>
          <p:cNvPr id="4" name="Text Placeholder 3"/>
          <p:cNvSpPr>
            <a:spLocks noGrp="1"/>
          </p:cNvSpPr>
          <p:nvPr>
            <p:ph type="body" sz="half" idx="2"/>
          </p:nvPr>
        </p:nvSpPr>
        <p:spPr>
          <a:xfrm>
            <a:off x="1472909" y="9082564"/>
            <a:ext cx="6896776" cy="16826573"/>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en-GB"/>
              <a:t>Click to edit Master text styles</a:t>
            </a:r>
          </a:p>
        </p:txBody>
      </p:sp>
      <p:sp>
        <p:nvSpPr>
          <p:cNvPr id="5" name="Date Placeholder 4"/>
          <p:cNvSpPr>
            <a:spLocks noGrp="1"/>
          </p:cNvSpPr>
          <p:nvPr>
            <p:ph type="dt" sz="half" idx="10"/>
          </p:nvPr>
        </p:nvSpPr>
        <p:spPr/>
        <p:txBody>
          <a:bodyPr/>
          <a:lstStyle/>
          <a:p>
            <a:fld id="{60BC2A36-4833-4F94-98C9-9A04AFB66017}" type="datetimeFigureOut">
              <a:rPr lang="en-GB" smtClean="0"/>
              <a:t>23/02/2026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A832573-B97D-47F7-A573-C59CD87E21C9}" type="slidenum">
              <a:rPr lang="en-GB" smtClean="0"/>
              <a:t>‹#›</a:t>
            </a:fld>
            <a:endParaRPr lang="en-GB"/>
          </a:p>
        </p:txBody>
      </p:sp>
    </p:spTree>
    <p:extLst>
      <p:ext uri="{BB962C8B-B14F-4D97-AF65-F5344CB8AC3E}">
        <p14:creationId xmlns:p14="http://schemas.microsoft.com/office/powerpoint/2010/main" val="406560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0BC2A36-4833-4F94-98C9-9A04AFB66017}" type="datetimeFigureOut">
              <a:rPr lang="en-GB" smtClean="0"/>
              <a:t>23/02/2026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A832573-B97D-47F7-A573-C59CD87E21C9}" type="slidenum">
              <a:rPr lang="en-GB" smtClean="0"/>
              <a:t>‹#›</a:t>
            </a:fld>
            <a:endParaRPr lang="en-GB"/>
          </a:p>
        </p:txBody>
      </p:sp>
    </p:spTree>
    <p:extLst>
      <p:ext uri="{BB962C8B-B14F-4D97-AF65-F5344CB8AC3E}">
        <p14:creationId xmlns:p14="http://schemas.microsoft.com/office/powerpoint/2010/main" val="34694483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02658" y="1611875"/>
            <a:ext cx="4610844" cy="25656844"/>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470125" y="1611875"/>
            <a:ext cx="13565237" cy="2565684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0BC2A36-4833-4F94-98C9-9A04AFB66017}" type="datetimeFigureOut">
              <a:rPr lang="en-GB" smtClean="0"/>
              <a:t>23/02/2026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A832573-B97D-47F7-A573-C59CD87E21C9}" type="slidenum">
              <a:rPr lang="en-GB" smtClean="0"/>
              <a:t>‹#›</a:t>
            </a:fld>
            <a:endParaRPr lang="en-GB"/>
          </a:p>
        </p:txBody>
      </p:sp>
    </p:spTree>
    <p:extLst>
      <p:ext uri="{BB962C8B-B14F-4D97-AF65-F5344CB8AC3E}">
        <p14:creationId xmlns:p14="http://schemas.microsoft.com/office/powerpoint/2010/main" val="37463282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0124" y="1611882"/>
            <a:ext cx="18443377" cy="5851808"/>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470124" y="8059374"/>
            <a:ext cx="18443377" cy="19209345"/>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470124" y="28060644"/>
            <a:ext cx="4811316" cy="1611875"/>
          </a:xfrm>
          <a:prstGeom prst="rect">
            <a:avLst/>
          </a:prstGeom>
        </p:spPr>
        <p:txBody>
          <a:bodyPr vert="horz" lIns="91440" tIns="45720" rIns="91440" bIns="45720" rtlCol="0" anchor="ctr"/>
          <a:lstStyle>
            <a:lvl1pPr algn="l">
              <a:defRPr sz="2806">
                <a:solidFill>
                  <a:schemeClr val="tx1">
                    <a:tint val="82000"/>
                  </a:schemeClr>
                </a:solidFill>
              </a:defRPr>
            </a:lvl1pPr>
          </a:lstStyle>
          <a:p>
            <a:fld id="{60BC2A36-4833-4F94-98C9-9A04AFB66017}" type="datetimeFigureOut">
              <a:rPr lang="en-GB" smtClean="0"/>
              <a:t>23/02/2026</a:t>
            </a:fld>
            <a:endParaRPr lang="en-GB"/>
          </a:p>
        </p:txBody>
      </p:sp>
      <p:sp>
        <p:nvSpPr>
          <p:cNvPr id="5" name="Footer Placeholder 4"/>
          <p:cNvSpPr>
            <a:spLocks noGrp="1"/>
          </p:cNvSpPr>
          <p:nvPr>
            <p:ph type="ftr" sz="quarter" idx="3"/>
          </p:nvPr>
        </p:nvSpPr>
        <p:spPr>
          <a:xfrm>
            <a:off x="7083326" y="28060644"/>
            <a:ext cx="7216973" cy="1611875"/>
          </a:xfrm>
          <a:prstGeom prst="rect">
            <a:avLst/>
          </a:prstGeom>
        </p:spPr>
        <p:txBody>
          <a:bodyPr vert="horz" lIns="91440" tIns="45720" rIns="91440" bIns="45720" rtlCol="0" anchor="ctr"/>
          <a:lstStyle>
            <a:lvl1pPr algn="ctr">
              <a:defRPr sz="2806">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15102185" y="28060644"/>
            <a:ext cx="4811316" cy="1611875"/>
          </a:xfrm>
          <a:prstGeom prst="rect">
            <a:avLst/>
          </a:prstGeom>
        </p:spPr>
        <p:txBody>
          <a:bodyPr vert="horz" lIns="91440" tIns="45720" rIns="91440" bIns="45720" rtlCol="0" anchor="ctr"/>
          <a:lstStyle>
            <a:lvl1pPr algn="r">
              <a:defRPr sz="2806">
                <a:solidFill>
                  <a:schemeClr val="tx1">
                    <a:tint val="82000"/>
                  </a:schemeClr>
                </a:solidFill>
              </a:defRPr>
            </a:lvl1pPr>
          </a:lstStyle>
          <a:p>
            <a:fld id="{0A832573-B97D-47F7-A573-C59CD87E21C9}" type="slidenum">
              <a:rPr lang="en-GB" smtClean="0"/>
              <a:t>‹#›</a:t>
            </a:fld>
            <a:endParaRPr lang="en-GB"/>
          </a:p>
        </p:txBody>
      </p:sp>
    </p:spTree>
    <p:extLst>
      <p:ext uri="{BB962C8B-B14F-4D97-AF65-F5344CB8AC3E}">
        <p14:creationId xmlns:p14="http://schemas.microsoft.com/office/powerpoint/2010/main" val="27478046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138324" rtl="0" eaLnBrk="1" latinLnBrk="0" hangingPunct="1">
        <a:lnSpc>
          <a:spcPct val="90000"/>
        </a:lnSpc>
        <a:spcBef>
          <a:spcPct val="0"/>
        </a:spcBef>
        <a:buNone/>
        <a:defRPr sz="10289" kern="1200">
          <a:solidFill>
            <a:schemeClr val="tx1"/>
          </a:solidFill>
          <a:latin typeface="+mj-lt"/>
          <a:ea typeface="+mj-ea"/>
          <a:cs typeface="+mj-cs"/>
        </a:defRPr>
      </a:lvl1pPr>
    </p:titleStyle>
    <p:bodyStyle>
      <a:lvl1pPr marL="534581" indent="-534581" algn="l" defTabSz="2138324" rtl="0" eaLnBrk="1" latinLnBrk="0" hangingPunct="1">
        <a:lnSpc>
          <a:spcPct val="90000"/>
        </a:lnSpc>
        <a:spcBef>
          <a:spcPts val="2339"/>
        </a:spcBef>
        <a:buFont typeface="Arial" panose="020B0604020202020204" pitchFamily="34" charset="0"/>
        <a:buChar char="•"/>
        <a:defRPr sz="6548" kern="1200">
          <a:solidFill>
            <a:schemeClr val="tx1"/>
          </a:solidFill>
          <a:latin typeface="+mn-lt"/>
          <a:ea typeface="+mn-ea"/>
          <a:cs typeface="+mn-cs"/>
        </a:defRPr>
      </a:lvl1pPr>
      <a:lvl2pPr marL="1603743" indent="-534581" algn="l" defTabSz="2138324" rtl="0" eaLnBrk="1" latinLnBrk="0"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0"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p:bodyStyle>
    <p:otherStyle>
      <a:defPPr>
        <a:defRPr lang="en-US"/>
      </a:defPPr>
      <a:lvl1pPr marL="0" algn="l" defTabSz="2138324" rtl="0" eaLnBrk="1" latinLnBrk="0" hangingPunct="1">
        <a:defRPr sz="4209" kern="1200">
          <a:solidFill>
            <a:schemeClr val="tx1"/>
          </a:solidFill>
          <a:latin typeface="+mn-lt"/>
          <a:ea typeface="+mn-ea"/>
          <a:cs typeface="+mn-cs"/>
        </a:defRPr>
      </a:lvl1pPr>
      <a:lvl2pPr marL="1069162" algn="l" defTabSz="2138324" rtl="0" eaLnBrk="1" latinLnBrk="0" hangingPunct="1">
        <a:defRPr sz="4209" kern="1200">
          <a:solidFill>
            <a:schemeClr val="tx1"/>
          </a:solidFill>
          <a:latin typeface="+mn-lt"/>
          <a:ea typeface="+mn-ea"/>
          <a:cs typeface="+mn-cs"/>
        </a:defRPr>
      </a:lvl2pPr>
      <a:lvl3pPr marL="2138324" algn="l" defTabSz="2138324" rtl="0" eaLnBrk="1" latinLnBrk="0" hangingPunct="1">
        <a:defRPr sz="4209" kern="1200">
          <a:solidFill>
            <a:schemeClr val="tx1"/>
          </a:solidFill>
          <a:latin typeface="+mn-lt"/>
          <a:ea typeface="+mn-ea"/>
          <a:cs typeface="+mn-cs"/>
        </a:defRPr>
      </a:lvl3pPr>
      <a:lvl4pPr marL="3207487" algn="l" defTabSz="2138324" rtl="0" eaLnBrk="1" latinLnBrk="0" hangingPunct="1">
        <a:defRPr sz="4209" kern="1200">
          <a:solidFill>
            <a:schemeClr val="tx1"/>
          </a:solidFill>
          <a:latin typeface="+mn-lt"/>
          <a:ea typeface="+mn-ea"/>
          <a:cs typeface="+mn-cs"/>
        </a:defRPr>
      </a:lvl4pPr>
      <a:lvl5pPr marL="4276649" algn="l" defTabSz="2138324" rtl="0" eaLnBrk="1" latinLnBrk="0" hangingPunct="1">
        <a:defRPr sz="4209" kern="1200">
          <a:solidFill>
            <a:schemeClr val="tx1"/>
          </a:solidFill>
          <a:latin typeface="+mn-lt"/>
          <a:ea typeface="+mn-ea"/>
          <a:cs typeface="+mn-cs"/>
        </a:defRPr>
      </a:lvl5pPr>
      <a:lvl6pPr marL="5345811" algn="l" defTabSz="2138324" rtl="0" eaLnBrk="1" latinLnBrk="0" hangingPunct="1">
        <a:defRPr sz="4209" kern="1200">
          <a:solidFill>
            <a:schemeClr val="tx1"/>
          </a:solidFill>
          <a:latin typeface="+mn-lt"/>
          <a:ea typeface="+mn-ea"/>
          <a:cs typeface="+mn-cs"/>
        </a:defRPr>
      </a:lvl6pPr>
      <a:lvl7pPr marL="6414973" algn="l" defTabSz="2138324" rtl="0" eaLnBrk="1" latinLnBrk="0" hangingPunct="1">
        <a:defRPr sz="4209" kern="1200">
          <a:solidFill>
            <a:schemeClr val="tx1"/>
          </a:solidFill>
          <a:latin typeface="+mn-lt"/>
          <a:ea typeface="+mn-ea"/>
          <a:cs typeface="+mn-cs"/>
        </a:defRPr>
      </a:lvl7pPr>
      <a:lvl8pPr marL="7484135" algn="l" defTabSz="2138324" rtl="0" eaLnBrk="1" latinLnBrk="0" hangingPunct="1">
        <a:defRPr sz="4209" kern="1200">
          <a:solidFill>
            <a:schemeClr val="tx1"/>
          </a:solidFill>
          <a:latin typeface="+mn-lt"/>
          <a:ea typeface="+mn-ea"/>
          <a:cs typeface="+mn-cs"/>
        </a:defRPr>
      </a:lvl8pPr>
      <a:lvl9pPr marL="8553298" algn="l" defTabSz="2138324" rtl="0" eaLnBrk="1" latinLnBrk="0" hangingPunct="1">
        <a:defRPr sz="420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fashn.ai/research/vton-1-5" TargetMode="External"/><Relationship Id="rId2" Type="http://schemas.openxmlformats.org/officeDocument/2006/relationships/hyperlink" Target="https://klodsy.com/blog/virtual-models-for-fashion-sellers/" TargetMode="Externa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hyperlink" Target="https://github.com/ultralytics/ultralytic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A20FA2E-AD0D-BBD0-754F-FB77974732BD}"/>
              </a:ext>
            </a:extLst>
          </p:cNvPr>
          <p:cNvSpPr/>
          <p:nvPr/>
        </p:nvSpPr>
        <p:spPr>
          <a:xfrm>
            <a:off x="437469" y="261257"/>
            <a:ext cx="20508686" cy="27432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 name="Group 7">
            <a:extLst>
              <a:ext uri="{FF2B5EF4-FFF2-40B4-BE49-F238E27FC236}">
                <a16:creationId xmlns:a16="http://schemas.microsoft.com/office/drawing/2014/main" id="{07294BDE-F830-B89E-3640-70F7BBFD23A4}"/>
              </a:ext>
            </a:extLst>
          </p:cNvPr>
          <p:cNvGrpSpPr/>
          <p:nvPr/>
        </p:nvGrpSpPr>
        <p:grpSpPr>
          <a:xfrm>
            <a:off x="566057" y="3657600"/>
            <a:ext cx="9056914" cy="6662057"/>
            <a:chOff x="566057" y="3657600"/>
            <a:chExt cx="9056914" cy="6662057"/>
          </a:xfrm>
        </p:grpSpPr>
        <p:sp>
          <p:nvSpPr>
            <p:cNvPr id="5" name="Rectangle 4">
              <a:extLst>
                <a:ext uri="{FF2B5EF4-FFF2-40B4-BE49-F238E27FC236}">
                  <a16:creationId xmlns:a16="http://schemas.microsoft.com/office/drawing/2014/main" id="{3332996E-1F5E-7F96-F337-2A612FCCA8A5}"/>
                </a:ext>
              </a:extLst>
            </p:cNvPr>
            <p:cNvSpPr/>
            <p:nvPr/>
          </p:nvSpPr>
          <p:spPr>
            <a:xfrm>
              <a:off x="566057" y="3657600"/>
              <a:ext cx="9056914" cy="66620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CE094348-13B3-024D-E49B-4723D28223DC}"/>
                </a:ext>
              </a:extLst>
            </p:cNvPr>
            <p:cNvSpPr/>
            <p:nvPr/>
          </p:nvSpPr>
          <p:spPr>
            <a:xfrm>
              <a:off x="566057" y="3657600"/>
              <a:ext cx="9056914" cy="1262743"/>
            </a:xfrm>
            <a:prstGeom prst="rect">
              <a:avLst/>
            </a:prstGeom>
            <a:solidFill>
              <a:srgbClr val="3A55D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7200" b="1" dirty="0"/>
                <a:t>Introduction</a:t>
              </a:r>
            </a:p>
          </p:txBody>
        </p:sp>
      </p:grpSp>
      <p:grpSp>
        <p:nvGrpSpPr>
          <p:cNvPr id="9" name="Group 8">
            <a:extLst>
              <a:ext uri="{FF2B5EF4-FFF2-40B4-BE49-F238E27FC236}">
                <a16:creationId xmlns:a16="http://schemas.microsoft.com/office/drawing/2014/main" id="{C7C9870C-3BD8-14B6-5F59-43D11A746671}"/>
              </a:ext>
            </a:extLst>
          </p:cNvPr>
          <p:cNvGrpSpPr/>
          <p:nvPr/>
        </p:nvGrpSpPr>
        <p:grpSpPr>
          <a:xfrm>
            <a:off x="562439" y="10579953"/>
            <a:ext cx="9056914" cy="12635771"/>
            <a:chOff x="566057" y="3657600"/>
            <a:chExt cx="9056914" cy="6662057"/>
          </a:xfrm>
        </p:grpSpPr>
        <p:sp>
          <p:nvSpPr>
            <p:cNvPr id="10" name="Rectangle 9">
              <a:extLst>
                <a:ext uri="{FF2B5EF4-FFF2-40B4-BE49-F238E27FC236}">
                  <a16:creationId xmlns:a16="http://schemas.microsoft.com/office/drawing/2014/main" id="{D63E9653-A4DA-7AA8-A5BD-EE4C4BCCF015}"/>
                </a:ext>
              </a:extLst>
            </p:cNvPr>
            <p:cNvSpPr/>
            <p:nvPr/>
          </p:nvSpPr>
          <p:spPr>
            <a:xfrm>
              <a:off x="566057" y="3657600"/>
              <a:ext cx="9056914" cy="66620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E0438F8B-0CB1-0A10-6B07-88C4B37DE5D6}"/>
                </a:ext>
              </a:extLst>
            </p:cNvPr>
            <p:cNvSpPr/>
            <p:nvPr/>
          </p:nvSpPr>
          <p:spPr>
            <a:xfrm>
              <a:off x="566057" y="3657600"/>
              <a:ext cx="9056914" cy="622555"/>
            </a:xfrm>
            <a:prstGeom prst="rect">
              <a:avLst/>
            </a:prstGeom>
            <a:solidFill>
              <a:srgbClr val="3A55D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7200" b="1" dirty="0"/>
                <a:t>Methodology</a:t>
              </a:r>
            </a:p>
          </p:txBody>
        </p:sp>
      </p:grpSp>
      <p:grpSp>
        <p:nvGrpSpPr>
          <p:cNvPr id="18" name="Group 17">
            <a:extLst>
              <a:ext uri="{FF2B5EF4-FFF2-40B4-BE49-F238E27FC236}">
                <a16:creationId xmlns:a16="http://schemas.microsoft.com/office/drawing/2014/main" id="{AF9E68CF-8E9F-8034-2A99-BC1B6B379D98}"/>
              </a:ext>
            </a:extLst>
          </p:cNvPr>
          <p:cNvGrpSpPr/>
          <p:nvPr/>
        </p:nvGrpSpPr>
        <p:grpSpPr>
          <a:xfrm>
            <a:off x="11085290" y="3555999"/>
            <a:ext cx="9056914" cy="14030042"/>
            <a:chOff x="566057" y="3657600"/>
            <a:chExt cx="9056914" cy="6662057"/>
          </a:xfrm>
        </p:grpSpPr>
        <p:sp>
          <p:nvSpPr>
            <p:cNvPr id="19" name="Rectangle 18">
              <a:extLst>
                <a:ext uri="{FF2B5EF4-FFF2-40B4-BE49-F238E27FC236}">
                  <a16:creationId xmlns:a16="http://schemas.microsoft.com/office/drawing/2014/main" id="{B7715BD8-E477-0334-81EB-AAB73824E137}"/>
                </a:ext>
              </a:extLst>
            </p:cNvPr>
            <p:cNvSpPr/>
            <p:nvPr/>
          </p:nvSpPr>
          <p:spPr>
            <a:xfrm>
              <a:off x="566057" y="3657600"/>
              <a:ext cx="9056914" cy="66620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A7EC1978-E946-6E2C-76DC-8532A7F6540C}"/>
                </a:ext>
              </a:extLst>
            </p:cNvPr>
            <p:cNvSpPr/>
            <p:nvPr/>
          </p:nvSpPr>
          <p:spPr>
            <a:xfrm>
              <a:off x="566057" y="3657600"/>
              <a:ext cx="9056914" cy="645074"/>
            </a:xfrm>
            <a:prstGeom prst="rect">
              <a:avLst/>
            </a:prstGeom>
            <a:solidFill>
              <a:srgbClr val="3A55D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7200" b="1" dirty="0"/>
                <a:t>Results </a:t>
              </a:r>
            </a:p>
          </p:txBody>
        </p:sp>
      </p:grpSp>
      <p:grpSp>
        <p:nvGrpSpPr>
          <p:cNvPr id="21" name="Group 20">
            <a:extLst>
              <a:ext uri="{FF2B5EF4-FFF2-40B4-BE49-F238E27FC236}">
                <a16:creationId xmlns:a16="http://schemas.microsoft.com/office/drawing/2014/main" id="{B143FE69-CA85-0277-C95D-1FB207055131}"/>
              </a:ext>
            </a:extLst>
          </p:cNvPr>
          <p:cNvGrpSpPr/>
          <p:nvPr/>
        </p:nvGrpSpPr>
        <p:grpSpPr>
          <a:xfrm>
            <a:off x="213360" y="26181318"/>
            <a:ext cx="20251787" cy="3728275"/>
            <a:chOff x="566057" y="2699656"/>
            <a:chExt cx="9056914" cy="7620001"/>
          </a:xfrm>
        </p:grpSpPr>
        <p:sp>
          <p:nvSpPr>
            <p:cNvPr id="22" name="Rectangle 21">
              <a:extLst>
                <a:ext uri="{FF2B5EF4-FFF2-40B4-BE49-F238E27FC236}">
                  <a16:creationId xmlns:a16="http://schemas.microsoft.com/office/drawing/2014/main" id="{0B8765F2-80B1-AEBD-E0E8-98297499869B}"/>
                </a:ext>
              </a:extLst>
            </p:cNvPr>
            <p:cNvSpPr/>
            <p:nvPr/>
          </p:nvSpPr>
          <p:spPr>
            <a:xfrm>
              <a:off x="566057" y="3657600"/>
              <a:ext cx="9056914" cy="66620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22">
              <a:extLst>
                <a:ext uri="{FF2B5EF4-FFF2-40B4-BE49-F238E27FC236}">
                  <a16:creationId xmlns:a16="http://schemas.microsoft.com/office/drawing/2014/main" id="{BE29C302-4557-B8A9-B610-B255806BCB62}"/>
                </a:ext>
              </a:extLst>
            </p:cNvPr>
            <p:cNvSpPr/>
            <p:nvPr/>
          </p:nvSpPr>
          <p:spPr>
            <a:xfrm>
              <a:off x="566057" y="2699656"/>
              <a:ext cx="9056914" cy="2220689"/>
            </a:xfrm>
            <a:prstGeom prst="rect">
              <a:avLst/>
            </a:prstGeom>
            <a:solidFill>
              <a:srgbClr val="3A55D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7200" b="1" dirty="0"/>
                <a:t>Conclusion</a:t>
              </a:r>
            </a:p>
          </p:txBody>
        </p:sp>
      </p:grpSp>
      <p:grpSp>
        <p:nvGrpSpPr>
          <p:cNvPr id="24" name="Group 23">
            <a:extLst>
              <a:ext uri="{FF2B5EF4-FFF2-40B4-BE49-F238E27FC236}">
                <a16:creationId xmlns:a16="http://schemas.microsoft.com/office/drawing/2014/main" id="{07541847-37E2-EC98-7C2B-A05FC840BB4F}"/>
              </a:ext>
            </a:extLst>
          </p:cNvPr>
          <p:cNvGrpSpPr/>
          <p:nvPr/>
        </p:nvGrpSpPr>
        <p:grpSpPr>
          <a:xfrm>
            <a:off x="568902" y="23587431"/>
            <a:ext cx="9052038" cy="2357374"/>
            <a:chOff x="566057" y="2699656"/>
            <a:chExt cx="9056914" cy="7620001"/>
          </a:xfrm>
        </p:grpSpPr>
        <p:sp>
          <p:nvSpPr>
            <p:cNvPr id="25" name="Rectangle 24">
              <a:extLst>
                <a:ext uri="{FF2B5EF4-FFF2-40B4-BE49-F238E27FC236}">
                  <a16:creationId xmlns:a16="http://schemas.microsoft.com/office/drawing/2014/main" id="{9F895974-161E-0FE5-B468-96F8AE528C8D}"/>
                </a:ext>
              </a:extLst>
            </p:cNvPr>
            <p:cNvSpPr/>
            <p:nvPr/>
          </p:nvSpPr>
          <p:spPr>
            <a:xfrm>
              <a:off x="566057" y="3657600"/>
              <a:ext cx="9056914" cy="66620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a:extLst>
                <a:ext uri="{FF2B5EF4-FFF2-40B4-BE49-F238E27FC236}">
                  <a16:creationId xmlns:a16="http://schemas.microsoft.com/office/drawing/2014/main" id="{3111769E-FF9D-F727-2F94-311F37961162}"/>
                </a:ext>
              </a:extLst>
            </p:cNvPr>
            <p:cNvSpPr/>
            <p:nvPr/>
          </p:nvSpPr>
          <p:spPr>
            <a:xfrm>
              <a:off x="566057" y="2699656"/>
              <a:ext cx="9056914" cy="2220689"/>
            </a:xfrm>
            <a:prstGeom prst="rect">
              <a:avLst/>
            </a:prstGeom>
            <a:solidFill>
              <a:srgbClr val="3A55D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5400" b="1" dirty="0"/>
                <a:t>References</a:t>
              </a:r>
            </a:p>
          </p:txBody>
        </p:sp>
      </p:grpSp>
      <p:sp>
        <p:nvSpPr>
          <p:cNvPr id="34" name="TextBox 33">
            <a:extLst>
              <a:ext uri="{FF2B5EF4-FFF2-40B4-BE49-F238E27FC236}">
                <a16:creationId xmlns:a16="http://schemas.microsoft.com/office/drawing/2014/main" id="{CD6262C9-A07D-63F9-0131-82EC0825FA10}"/>
              </a:ext>
            </a:extLst>
          </p:cNvPr>
          <p:cNvSpPr txBox="1"/>
          <p:nvPr/>
        </p:nvSpPr>
        <p:spPr>
          <a:xfrm>
            <a:off x="740226" y="5134854"/>
            <a:ext cx="8577945" cy="5262979"/>
          </a:xfrm>
          <a:prstGeom prst="rect">
            <a:avLst/>
          </a:prstGeom>
          <a:noFill/>
        </p:spPr>
        <p:txBody>
          <a:bodyPr wrap="square" lIns="91440" tIns="45720" rIns="91440" bIns="45720" rtlCol="0" anchor="t">
            <a:spAutoFit/>
          </a:bodyPr>
          <a:lstStyle/>
          <a:p>
            <a:r>
              <a:rPr lang="en-GB" sz="2400" dirty="0"/>
              <a:t>A large portion of the cost of marketing new clothing is the cost of contracting and taking photos of models with the product. It costs at least $500 [1] for just a single new product. This motivates the need for virtual try-on models, which allow image-to-image editing of a model with a new set of clothes, drastically reducing the overall cost. Advances in image generation have improved rapidly and can cut the cost down by 80-90%[1].</a:t>
            </a:r>
          </a:p>
          <a:p>
            <a:endParaRPr lang="en-GB" sz="2400" dirty="0"/>
          </a:p>
          <a:p>
            <a:r>
              <a:rPr lang="en-GB" sz="2400" dirty="0"/>
              <a:t>Nonetheless, </a:t>
            </a:r>
            <a:r>
              <a:rPr lang="en-GB" sz="2400" err="1"/>
              <a:t>th</a:t>
            </a:r>
            <a:r>
              <a:rPr lang="en-GB" sz="2400" dirty="0"/>
              <a:t>is is still an emerging field and still has shortcomings that need to be addressed. One such problem is the focus on single-model images. While these models can excel at images with only a single subject, they struggle to generalise to multiple subjects, leading to complete failure of </a:t>
            </a:r>
            <a:r>
              <a:rPr lang="en-GB" sz="2400"/>
              <a:t>the models. This motivates our model for multi-subject </a:t>
            </a:r>
            <a:r>
              <a:rPr lang="en-GB" sz="2400" dirty="0"/>
              <a:t>VTON.</a:t>
            </a:r>
          </a:p>
        </p:txBody>
      </p:sp>
      <p:grpSp>
        <p:nvGrpSpPr>
          <p:cNvPr id="35" name="Group 34">
            <a:extLst>
              <a:ext uri="{FF2B5EF4-FFF2-40B4-BE49-F238E27FC236}">
                <a16:creationId xmlns:a16="http://schemas.microsoft.com/office/drawing/2014/main" id="{618EE71F-B4D0-5186-836C-6DA35F7C67F0}"/>
              </a:ext>
            </a:extLst>
          </p:cNvPr>
          <p:cNvGrpSpPr/>
          <p:nvPr/>
        </p:nvGrpSpPr>
        <p:grpSpPr>
          <a:xfrm>
            <a:off x="11027239" y="17859359"/>
            <a:ext cx="9056914" cy="8048641"/>
            <a:chOff x="566057" y="3657600"/>
            <a:chExt cx="9056914" cy="6662057"/>
          </a:xfrm>
        </p:grpSpPr>
        <p:sp>
          <p:nvSpPr>
            <p:cNvPr id="36" name="Rectangle 35">
              <a:extLst>
                <a:ext uri="{FF2B5EF4-FFF2-40B4-BE49-F238E27FC236}">
                  <a16:creationId xmlns:a16="http://schemas.microsoft.com/office/drawing/2014/main" id="{4A4B7F53-929B-EB10-3D44-E62E5741EEF8}"/>
                </a:ext>
              </a:extLst>
            </p:cNvPr>
            <p:cNvSpPr/>
            <p:nvPr/>
          </p:nvSpPr>
          <p:spPr>
            <a:xfrm>
              <a:off x="566057" y="3657600"/>
              <a:ext cx="9056914" cy="66620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Rectangle 36">
              <a:extLst>
                <a:ext uri="{FF2B5EF4-FFF2-40B4-BE49-F238E27FC236}">
                  <a16:creationId xmlns:a16="http://schemas.microsoft.com/office/drawing/2014/main" id="{109A23DE-0BF2-3666-9261-84ACD2773662}"/>
                </a:ext>
              </a:extLst>
            </p:cNvPr>
            <p:cNvSpPr/>
            <p:nvPr/>
          </p:nvSpPr>
          <p:spPr>
            <a:xfrm>
              <a:off x="566057" y="3657600"/>
              <a:ext cx="9056914" cy="1262743"/>
            </a:xfrm>
            <a:prstGeom prst="rect">
              <a:avLst/>
            </a:prstGeom>
            <a:solidFill>
              <a:srgbClr val="3A55D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7200" b="1" dirty="0"/>
                <a:t>Discussion</a:t>
              </a:r>
            </a:p>
          </p:txBody>
        </p:sp>
      </p:grpSp>
      <p:sp>
        <p:nvSpPr>
          <p:cNvPr id="38" name="TextBox 37">
            <a:extLst>
              <a:ext uri="{FF2B5EF4-FFF2-40B4-BE49-F238E27FC236}">
                <a16:creationId xmlns:a16="http://schemas.microsoft.com/office/drawing/2014/main" id="{0F3D5473-B077-B94D-B30D-F86CD29B4CD9}"/>
              </a:ext>
            </a:extLst>
          </p:cNvPr>
          <p:cNvSpPr txBox="1"/>
          <p:nvPr/>
        </p:nvSpPr>
        <p:spPr>
          <a:xfrm>
            <a:off x="740226" y="11888139"/>
            <a:ext cx="8577945" cy="11818620"/>
          </a:xfrm>
          <a:prstGeom prst="rect">
            <a:avLst/>
          </a:prstGeom>
          <a:noFill/>
        </p:spPr>
        <p:txBody>
          <a:bodyPr wrap="square" lIns="91440" tIns="45720" rIns="91440" bIns="45720" rtlCol="0" anchor="t">
            <a:spAutoFit/>
          </a:bodyPr>
          <a:lstStyle/>
          <a:p>
            <a:r>
              <a:rPr lang="en-GB" sz="2400" b="1" dirty="0"/>
              <a:t>							</a:t>
            </a:r>
            <a:r>
              <a:rPr lang="en-GB" sz="2400" b="1" u="sng" dirty="0"/>
              <a:t>Model</a:t>
            </a:r>
          </a:p>
          <a:p>
            <a:r>
              <a:rPr lang="en-GB" sz="2400" dirty="0"/>
              <a:t>Building from the FASHN VTON v1.5 model [2] as a backbone, we incorporate subject detection and segmentation using the </a:t>
            </a:r>
            <a:r>
              <a:rPr lang="en-GB" sz="2400" dirty="0" err="1"/>
              <a:t>Ultralytics</a:t>
            </a:r>
            <a:r>
              <a:rPr lang="en-GB" sz="2400" dirty="0"/>
              <a:t> YOLO v8 model [3] to separate the original image into the individuals before processing separately and re-composing the completed image.</a:t>
            </a:r>
          </a:p>
          <a:p>
            <a:endParaRPr lang="en-GB" sz="2400" dirty="0"/>
          </a:p>
          <a:p>
            <a:r>
              <a:rPr lang="en-GB" sz="2400" b="1" dirty="0"/>
              <a:t>						</a:t>
            </a:r>
            <a:r>
              <a:rPr lang="en-GB" sz="2400" b="1" u="sng" dirty="0"/>
              <a:t>Inference Pipeline</a:t>
            </a:r>
            <a:br>
              <a:rPr lang="en-GB" sz="2400" b="1" u="sng" dirty="0"/>
            </a:br>
            <a:br>
              <a:rPr lang="en-GB" sz="2400" b="1" u="sng" dirty="0"/>
            </a:br>
            <a:br>
              <a:rPr lang="en-GB" sz="2400" b="1" u="sng" dirty="0"/>
            </a:br>
            <a:br>
              <a:rPr lang="en-GB" sz="2400" b="1" u="sng" dirty="0"/>
            </a:br>
            <a:br>
              <a:rPr lang="en-GB" sz="2400" b="1" u="sng" dirty="0"/>
            </a:br>
            <a:br>
              <a:rPr lang="en-GB" sz="2400" b="1" u="sng" dirty="0"/>
            </a:br>
            <a:br>
              <a:rPr lang="en-GB" sz="2400" b="1" u="sng" dirty="0"/>
            </a:br>
            <a:br>
              <a:rPr lang="en-GB" sz="2400" b="1" u="sng" dirty="0"/>
            </a:br>
            <a:br>
              <a:rPr lang="en-GB" sz="2400" b="1" u="sng" dirty="0"/>
            </a:br>
            <a:br>
              <a:rPr lang="en-GB" sz="2400" b="1" u="sng" dirty="0"/>
            </a:br>
            <a:br>
              <a:rPr lang="en-GB" sz="2400" b="1" u="sng" dirty="0"/>
            </a:br>
            <a:br>
              <a:rPr lang="en-GB" sz="2400" b="1" u="sng" dirty="0"/>
            </a:br>
            <a:br>
              <a:rPr lang="en-GB" sz="2400" b="1" u="sng" dirty="0"/>
            </a:br>
            <a:br>
              <a:rPr lang="en-GB" sz="2400" b="1" u="sng" dirty="0"/>
            </a:br>
            <a:br>
              <a:rPr lang="en-GB" sz="2400" b="1" u="sng" dirty="0"/>
            </a:br>
            <a:br>
              <a:rPr lang="en-GB" sz="2400" b="1" u="sng" dirty="0"/>
            </a:br>
            <a:r>
              <a:rPr lang="en-GB" sz="2400" dirty="0"/>
              <a:t>The people in the input image are detected and segmented by the YOLO v8 model, the returned masks of which are used to separate each individual to their own image. FASHN VTON v1.5 is run separately for each image, yielding generated images of the people with the specified clothing. The order of the subjects is estimated heuristically, and they are recomposed into the original image back-to-front to properly handle occlusion.</a:t>
            </a:r>
          </a:p>
          <a:p>
            <a:endParaRPr lang="en-GB" dirty="0"/>
          </a:p>
        </p:txBody>
      </p:sp>
      <p:sp>
        <p:nvSpPr>
          <p:cNvPr id="43" name="Rectangle 42">
            <a:extLst>
              <a:ext uri="{FF2B5EF4-FFF2-40B4-BE49-F238E27FC236}">
                <a16:creationId xmlns:a16="http://schemas.microsoft.com/office/drawing/2014/main" id="{6B4FE55D-EBEF-DD68-90CE-CFD5C840E2B9}"/>
              </a:ext>
            </a:extLst>
          </p:cNvPr>
          <p:cNvSpPr/>
          <p:nvPr/>
        </p:nvSpPr>
        <p:spPr>
          <a:xfrm>
            <a:off x="437468" y="233334"/>
            <a:ext cx="20508685" cy="2743199"/>
          </a:xfrm>
          <a:prstGeom prst="rect">
            <a:avLst/>
          </a:prstGeom>
          <a:solidFill>
            <a:srgbClr val="3A55D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7200" b="1" dirty="0"/>
              <a:t>Virtual Try-On System</a:t>
            </a:r>
          </a:p>
          <a:p>
            <a:pPr algn="ctr"/>
            <a:r>
              <a:rPr lang="en-GB" sz="2400" dirty="0"/>
              <a:t>By Francois Poh, Alexander Reade and Bortis Fedorov</a:t>
            </a:r>
          </a:p>
        </p:txBody>
      </p:sp>
      <p:sp>
        <p:nvSpPr>
          <p:cNvPr id="6" name="TextBox 5">
            <a:extLst>
              <a:ext uri="{FF2B5EF4-FFF2-40B4-BE49-F238E27FC236}">
                <a16:creationId xmlns:a16="http://schemas.microsoft.com/office/drawing/2014/main" id="{B911C6B4-CBF5-361B-45C8-1B4B542E483F}"/>
              </a:ext>
            </a:extLst>
          </p:cNvPr>
          <p:cNvSpPr txBox="1"/>
          <p:nvPr/>
        </p:nvSpPr>
        <p:spPr>
          <a:xfrm>
            <a:off x="740830" y="19625606"/>
            <a:ext cx="8577945" cy="461665"/>
          </a:xfrm>
          <a:prstGeom prst="rect">
            <a:avLst/>
          </a:prstGeom>
          <a:noFill/>
        </p:spPr>
        <p:txBody>
          <a:bodyPr wrap="square" lIns="91440" tIns="45720" rIns="91440" bIns="45720" rtlCol="0" anchor="t">
            <a:spAutoFit/>
          </a:bodyPr>
          <a:lstStyle/>
          <a:p>
            <a:endParaRPr lang="en-GB" sz="2400" dirty="0"/>
          </a:p>
        </p:txBody>
      </p:sp>
      <p:sp>
        <p:nvSpPr>
          <p:cNvPr id="12" name="TextBox 11">
            <a:extLst>
              <a:ext uri="{FF2B5EF4-FFF2-40B4-BE49-F238E27FC236}">
                <a16:creationId xmlns:a16="http://schemas.microsoft.com/office/drawing/2014/main" id="{CB9386E8-525A-A38C-B561-2D1A59350E3A}"/>
              </a:ext>
            </a:extLst>
          </p:cNvPr>
          <p:cNvSpPr txBox="1"/>
          <p:nvPr/>
        </p:nvSpPr>
        <p:spPr>
          <a:xfrm>
            <a:off x="740960" y="24364373"/>
            <a:ext cx="8577945" cy="1569660"/>
          </a:xfrm>
          <a:prstGeom prst="rect">
            <a:avLst/>
          </a:prstGeom>
          <a:noFill/>
        </p:spPr>
        <p:txBody>
          <a:bodyPr wrap="square" lIns="91440" tIns="45720" rIns="91440" bIns="45720" rtlCol="0" anchor="t">
            <a:spAutoFit/>
          </a:bodyPr>
          <a:lstStyle/>
          <a:p>
            <a:r>
              <a:rPr lang="en-GB" sz="2400">
                <a:ea typeface="+mn-lt"/>
                <a:cs typeface="+mn-lt"/>
              </a:rPr>
              <a:t>[1] </a:t>
            </a:r>
            <a:r>
              <a:rPr lang="en-GB" sz="2400" dirty="0">
                <a:ea typeface="+mn-lt"/>
                <a:cs typeface="+mn-lt"/>
                <a:hlinkClick r:id="rId2"/>
              </a:rPr>
              <a:t>https://klodsy.com/blog/virtual-models-for-fashion-sellers/</a:t>
            </a:r>
            <a:br>
              <a:rPr lang="en-GB" sz="2400" dirty="0">
                <a:ea typeface="+mn-lt"/>
                <a:cs typeface="+mn-lt"/>
              </a:rPr>
            </a:br>
            <a:r>
              <a:rPr lang="en-GB" sz="2400" dirty="0"/>
              <a:t>[2] </a:t>
            </a:r>
            <a:r>
              <a:rPr lang="en-GB" sz="2400" dirty="0">
                <a:ea typeface="+mn-lt"/>
                <a:cs typeface="+mn-lt"/>
                <a:hlinkClick r:id="rId3"/>
              </a:rPr>
              <a:t>https://fashn.ai/research/vton-1-5</a:t>
            </a:r>
            <a:endParaRPr lang="en-US"/>
          </a:p>
          <a:p>
            <a:r>
              <a:rPr lang="en-GB" sz="2400">
                <a:ea typeface="+mn-lt"/>
                <a:cs typeface="+mn-lt"/>
              </a:rPr>
              <a:t>[3] </a:t>
            </a:r>
            <a:r>
              <a:rPr lang="en-GB" sz="2400" dirty="0">
                <a:ea typeface="+mn-lt"/>
                <a:cs typeface="+mn-lt"/>
                <a:hlinkClick r:id="rId4"/>
              </a:rPr>
              <a:t>https://github.com/ultralytics/ultralytics</a:t>
            </a:r>
          </a:p>
          <a:p>
            <a:endParaRPr lang="en-GB" sz="2400" dirty="0">
              <a:ea typeface="+mn-lt"/>
              <a:cs typeface="+mn-lt"/>
            </a:endParaRPr>
          </a:p>
        </p:txBody>
      </p:sp>
      <p:pic>
        <p:nvPicPr>
          <p:cNvPr id="2" name="Picture 1" descr="A diagram of a person&#10;&#10;AI-generated content may be incorrect.">
            <a:extLst>
              <a:ext uri="{FF2B5EF4-FFF2-40B4-BE49-F238E27FC236}">
                <a16:creationId xmlns:a16="http://schemas.microsoft.com/office/drawing/2014/main" id="{D8A1E83C-FE85-DF2E-1B4A-24D805261996}"/>
              </a:ext>
            </a:extLst>
          </p:cNvPr>
          <p:cNvPicPr>
            <a:picLocks noChangeAspect="1"/>
          </p:cNvPicPr>
          <p:nvPr/>
        </p:nvPicPr>
        <p:blipFill>
          <a:blip r:embed="rId5"/>
          <a:stretch>
            <a:fillRect/>
          </a:stretch>
        </p:blipFill>
        <p:spPr>
          <a:xfrm>
            <a:off x="602213" y="15569827"/>
            <a:ext cx="9025595" cy="4938853"/>
          </a:xfrm>
          <a:prstGeom prst="rect">
            <a:avLst/>
          </a:prstGeom>
        </p:spPr>
      </p:pic>
    </p:spTree>
    <p:extLst>
      <p:ext uri="{BB962C8B-B14F-4D97-AF65-F5344CB8AC3E}">
        <p14:creationId xmlns:p14="http://schemas.microsoft.com/office/powerpoint/2010/main" val="255755212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183</Words>
  <Application>Microsoft Office PowerPoint</Application>
  <PresentationFormat>Custom</PresentationFormat>
  <Paragraphs>16</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Fedorov, Boris O</dc:creator>
  <cp:lastModifiedBy>Fedorov, Boris O</cp:lastModifiedBy>
  <cp:revision>136</cp:revision>
  <dcterms:created xsi:type="dcterms:W3CDTF">2026-02-22T11:37:27Z</dcterms:created>
  <dcterms:modified xsi:type="dcterms:W3CDTF">2026-02-23T17:26:03Z</dcterms:modified>
</cp:coreProperties>
</file>